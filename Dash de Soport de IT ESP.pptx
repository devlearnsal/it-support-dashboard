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3108960" cy="31089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2743200" cy="2743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402336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ANÁLISIS DE DATOS  ·  POWER BI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 Soporte IT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1,809 tickets de mesa de ayuda: desde la limpieza de datos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un dashboard interactivo con KPIs de SLA y satisfacción.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 ·  Data Analyst</a:t>
            </a:r>
            <a:pPr indent="0" marL="0">
              <a:buNone/>
            </a:pPr>
            <a:r>
              <a:rPr lang="en-US" sz="14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Python · SQL · Power BI · Tableau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objetivo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mesa de ayuda de TI recibe tickets de 8 áreas del negocio, pero no existía visibilidad sobre volúmenes, cumplimiento de SLA ni satisfacción de los usuarios.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37286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3649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dashboard ejecutivo en Power BI que centralice el estado de la operación de soporte.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9659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237286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negocio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66160" y="33649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¿Cumplimos los SLA? ¿Qué categorías y áreas generan más tickets? ¿Cómo evoluciona el volumen mes a mes?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9659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68" y="2372868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55080" y="33649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como fuente, Power Query para limpieza, DAX para medidas y Power BI Desktop para visualización.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con 5 tablas relacionadas — un modelo típico de mesa de ayuda.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5740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registrados (año 2025)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05740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por ticket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5740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en 3 sedes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5740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solicitantes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874520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40680" y="1856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del modelo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83480" y="23774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hechos: fechas, SLA, satisfacción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equipo, experiencia y sede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catálogo de áreas solicitantes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Prioridades_SLA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horas objetivo por prioridad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clasificación de incidentes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transformación en Power Query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crudos venían con problemas reales de calidad que había que resolver antes de modelar: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568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inconsistente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312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“conectividad”, “CONECTIVIDAD” y “Conectividad” como categorías distintas. Se normalizó con mayúsculas/minúsculas y Trim.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64592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84708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19568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duplicados de concepto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13832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“Acceso y permisos” vs “Accesos y permisos”, “RRHH” vs “Recursos Humanos”, “Teams” vs “Microsoft Teams”. Se unificaron con reemplazo de valores.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5112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3364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con significado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53312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abiertos sin fecha de cierre ni horas de resolución. Se conservaron y se manejaron en las medidas DAX.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40156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35112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3364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13832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y horas como texto; se tipificaron para habilitar la inteligencia de tiempo y el eje mensual.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y medidas DAX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estrella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hechos Tickets se relaciona con las dimensiones Agentes, Áreas, Categorías y Prioridades_SLA mediante relaciones 1:N, lo que habilita segmentadores por prioridad y por agente en el reporte.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3044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calculados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35661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con CALCULATE, DIVIDE y AVERAGE para contar tickets por estado, calcular el % de cumplimiento de SLA y promediar la calificación de los usuarios.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6177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54880" y="1344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1,809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7548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6751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812280" y="1344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8122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abiertos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61772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54880" y="25328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1,467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75488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cerrados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67512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12280" y="25328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48.40 %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81228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SLA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617720" y="36118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75488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3.66 / 5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475488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media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página, interactiva, con segmentadores por prioridad y por agente.</a:t>
            </a:r>
            <a:endParaRPr lang="en-US" sz="1300" dirty="0"/>
          </a:p>
        </p:txBody>
      </p:sp>
      <p:pic>
        <p:nvPicPr>
          <p:cNvPr id="4" name="Image 0" descr="/mnt/user-data/uploads/178302987537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78" y="1325880"/>
            <a:ext cx="6600044" cy="36118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clave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43584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36702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SLA es el punto crítico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149047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48.4% de los tickets cerrados cumplió su tiempo objetivo. La resolución promedio (62 h) supera con frecuencia las metas de 24–48 h de las prioridades alta y media.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2997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concentra la demanda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24231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366 tickets es el área que más solicita soporte, seguida de Atención al cliente y Comercial (269 c/u). Dirección es la de menor volumen.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23240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0540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categorías dominan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33558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Hardware, Conectividad y Accesos y permisos generan ~80% del volumen; “Datos y reportes” es la menor pero con potencial de automatización.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4041648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165092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986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con margen de mejora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80160" y="428853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media de 3.66/5. El volumen mensual es estable (137–169 tickets), con picos en enero, octubre y diciembre.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914400"/>
            <a:ext cx="2560320" cy="25603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931920"/>
            <a:ext cx="2377440" cy="23774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próximos pasos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demuestra el ciclo completo de un análisis: datos crudos → limpieza → modelo → KPIs → decisiones.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1488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722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al negocio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la revisión del proceso de resolución: reforzar el Nivel 1 en categorías de alto volumen para levantar el SLA por encima del 70%.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92024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3315C"/>
          </a:solidFill>
          <a:ln/>
        </p:spPr>
      </p:sp>
      <p:sp>
        <p:nvSpPr>
          <p:cNvPr id="12" name="Shape 9"/>
          <p:cNvSpPr/>
          <p:nvPr/>
        </p:nvSpPr>
        <p:spPr>
          <a:xfrm>
            <a:off x="3584448" y="21488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2722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al reporte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84448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análisis por agente y sede, tendencia de SLA mensual, y un tooltip con horas de resolución vs. objetivo.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3315C"/>
          </a:solidFill>
          <a:ln/>
        </p:spPr>
      </p:sp>
      <p:sp>
        <p:nvSpPr>
          <p:cNvPr id="17" name="Shape 13"/>
          <p:cNvSpPr/>
          <p:nvPr/>
        </p:nvSpPr>
        <p:spPr>
          <a:xfrm>
            <a:off x="6327648" y="21488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22722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iteraciones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27648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fuente a una base SQL, programar actualización automática y publicar en el servicio de Power BI.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— Data Analyst</a:t>
            </a:r>
            <a:pPr indent="0" marL="0">
              <a:buNone/>
            </a:pPr>
            <a:r>
              <a:rPr lang="en-US" sz="12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devlearnsal.github.io/Data-Analyst-Portfolio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de Soporte IT — Proyecto Power BI</dc:title>
  <dc:subject>PptxGenJS Presentation</dc:subject>
  <dc:creator>Alberto</dc:creator>
  <cp:lastModifiedBy>Alberto</cp:lastModifiedBy>
  <cp:revision>1</cp:revision>
  <dcterms:created xsi:type="dcterms:W3CDTF">2026-07-02T22:08:29Z</dcterms:created>
  <dcterms:modified xsi:type="dcterms:W3CDTF">2026-07-02T22:08:29Z</dcterms:modified>
</cp:coreProperties>
</file>