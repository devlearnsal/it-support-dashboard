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3108960" cy="31089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2743200" cy="2743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402336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·  POWER BI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Support Dashboard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1,809 help desk tickets: from data cleaning to 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SLA and satisfaction KPIs.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 ·  Data Analyst</a:t>
            </a:r>
            <a:pPr indent="0" marL="0">
              <a:buNone/>
            </a:pPr>
            <a:r>
              <a:rPr lang="en-US" sz="14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Python · SQL · Power BI · Tableau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and goal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 help desk receives tickets from 8 business areas, but there was no visibility into volumes, SLA compliance, or user satisfaction.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372868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36499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executive Power BI dashboard that centralizes the state of the support operation.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37560" y="19659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2372868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66160" y="336499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meeting SLAs? Which categories and areas generate the most tickets? How does volume evolve month over month?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9659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2240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68" y="2372868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55080" y="336499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as the source, Power Query for cleaning, DAX for measures, and Power BI Desktop for visualization.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 file with 5 related tables — a typical help desk data model.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05740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logged (year 2025)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05740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per ticket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05740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across 3 offices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05740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business areas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874520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40680" y="1856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in the model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83480" y="23774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facts: dates, SLA, satisfaction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team, seniority, and office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catalog of requesting areas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SLA_Priorities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target hours by priority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incident classification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and shaping in Power Query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came with real quality issues that had to be solved before modeling: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5681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text casing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53312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“conectividad”, “CONECTIVIDAD” and “Conectividad” appeared as different categories. Fixed with capitalization and Trim.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64592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847088"/>
            <a:ext cx="457200" cy="45720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195681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concept values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13832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“Acceso y permisos” vs “Accesos y permisos”, “RRHH” vs “Recursos Humanos”, “Teams” vs “Microsoft Teams”. Unified with value replacement.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5112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3364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nulls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53312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tickets had no close date or resolution hours. They were kept and handled inside the DAX measures.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401568"/>
            <a:ext cx="457200" cy="45720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35112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33649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13832" y="3703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and times stored as text; typed correctly to enable time intelligence and the monthly axis.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DAX measures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Tickets fact table relates to the Agents, Areas, Categories and SLA_Priorities dimensions through 1:N relationships, enabling the priority and agent slicers in the report.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324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30449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KPIs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8640" y="35661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using CALCULATE, DIVIDE and AVERAGE to count tickets by status, compute the SLA compliance rate, and average user ratings.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617720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754880" y="1344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1,809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47548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675120" y="12344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812280" y="1344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8122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61772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54880" y="25328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1,467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75488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tickets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67512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812280" y="25328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48.40 %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81228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617720" y="36118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754880" y="3721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3.66 / 5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475488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interactive page with slicers by priority and by agent.</a:t>
            </a:r>
            <a:endParaRPr lang="en-US" sz="1300" dirty="0"/>
          </a:p>
        </p:txBody>
      </p:sp>
      <p:pic>
        <p:nvPicPr>
          <p:cNvPr id="4" name="Image 0" descr="/mnt/user-data/uploads/178302987537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78" y="1325880"/>
            <a:ext cx="6600044" cy="36118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43584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36702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is the critical issue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80160" y="149047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48.4% of closed tickets met their target time. Average resolution (62 h) often exceeds the 24–48 h targets for high and medium priorities.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176272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2997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121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drives the demand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80160" y="24231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366 tickets it is the top requesting area, followed by Customer Service and Sales (269 each). Management has the lowest volume.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23240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0540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dominate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80160" y="33558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Hardware, Connectivity, and Access &amp; permissions generate ~80% of the volume; “Data &amp; reports” is the smallest but has automation potential.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4041648"/>
            <a:ext cx="502920" cy="502920"/>
          </a:xfrm>
          <a:prstGeom prst="ellipse">
            <a:avLst/>
          </a:prstGeom>
          <a:solidFill>
            <a:srgbClr val="EEF4F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165092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986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has room to improve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80160" y="428853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of 3.66/5. Monthly volume is stable (137–169 tickets), with peaks in January, October, and December.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914400"/>
            <a:ext cx="2560320" cy="25603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931920"/>
            <a:ext cx="2377440" cy="23774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next steps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covers the full analytics cycle: raw data → cleaning → modeling → KPIs →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3315C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1488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2722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 review of the resolution process: reinforce Level 1 support in high-volume categories to lift SLA compliance above 70%.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92024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3315C"/>
          </a:solidFill>
          <a:ln/>
        </p:spPr>
      </p:sp>
      <p:sp>
        <p:nvSpPr>
          <p:cNvPr id="12" name="Shape 9"/>
          <p:cNvSpPr/>
          <p:nvPr/>
        </p:nvSpPr>
        <p:spPr>
          <a:xfrm>
            <a:off x="3584448" y="21488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2722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improvements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84448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analysis by agent and office, a monthly SLA trend, and a tooltip comparing resolution hours vs. target.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92024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3315C"/>
          </a:solidFill>
          <a:ln/>
        </p:spPr>
      </p:sp>
      <p:sp>
        <p:nvSpPr>
          <p:cNvPr id="17" name="Shape 13"/>
          <p:cNvSpPr/>
          <p:nvPr/>
        </p:nvSpPr>
        <p:spPr>
          <a:xfrm>
            <a:off x="6327648" y="21488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22722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iterations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27648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source to a SQL database, schedule automatic refresh, and publish to the Power BI service.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— Data Analyst</a:t>
            </a:r>
            <a:pPr indent="0" marL="0">
              <a:buNone/>
            </a:pPr>
            <a:r>
              <a:rPr lang="en-US" sz="1200" dirty="0">
                <a:solidFill>
                  <a:srgbClr val="9F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devlearnsal.github.io/Data-Analyst-Portfolio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Support Dashboard — Power BI Project</dc:title>
  <dc:subject>PptxGenJS Presentation</dc:subject>
  <dc:creator>Alberto</dc:creator>
  <cp:lastModifiedBy>Alberto</cp:lastModifiedBy>
  <cp:revision>1</cp:revision>
  <dcterms:created xsi:type="dcterms:W3CDTF">2026-07-03T01:34:16Z</dcterms:created>
  <dcterms:modified xsi:type="dcterms:W3CDTF">2026-07-03T01:34:16Z</dcterms:modified>
</cp:coreProperties>
</file>